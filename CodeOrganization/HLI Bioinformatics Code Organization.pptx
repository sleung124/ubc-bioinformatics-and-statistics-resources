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3"/>
      <p:bold r:id="rId14"/>
      <p:italic r:id="rId15"/>
      <p:boldItalic r:id="rId16"/>
    </p:embeddedFont>
    <p:embeddedFont>
      <p:font typeface="Nunito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28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c6dfb19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c6dfb19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c6dfb19f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c6dfb19f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c6dfb19f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c6dfb19f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code is easy to adapt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c6dfb19fc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c6dfb19fc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e3ae1c3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3e3ae1c3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c6dfb19f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c6dfb19f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cdf5a3a6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cdf5a3a6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c6dfb19f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c6dfb19f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c87b217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c87b217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91350" y="1180171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Code Organization and Reproducible Workflows</a:t>
            </a:r>
            <a:endParaRPr sz="5200" dirty="0">
              <a:solidFill>
                <a:srgbClr val="20124D"/>
              </a:solidFill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91350" y="4071283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580">
                <a:solidFill>
                  <a:srgbClr val="20124D"/>
                </a:solidFill>
              </a:rPr>
              <a:t>Josh Dyce</a:t>
            </a:r>
            <a:endParaRPr sz="1580">
              <a:solidFill>
                <a:srgbClr val="20124D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580">
                <a:solidFill>
                  <a:srgbClr val="20124D"/>
                </a:solidFill>
              </a:rPr>
              <a:t>December 3, 2025</a:t>
            </a:r>
            <a:endParaRPr sz="1580">
              <a:solidFill>
                <a:srgbClr val="20124D"/>
              </a:solidFill>
            </a:endParaRP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2695200" y="2571750"/>
            <a:ext cx="37536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300">
                <a:solidFill>
                  <a:srgbClr val="20124D"/>
                </a:solidFill>
              </a:rPr>
              <a:t>UBC Bioinformatics and Statistics Workshop</a:t>
            </a:r>
            <a:endParaRPr sz="2300">
              <a:solidFill>
                <a:srgbClr val="20124D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300">
                <a:solidFill>
                  <a:srgbClr val="20124D"/>
                </a:solidFill>
              </a:rPr>
              <a:t>Session 5</a:t>
            </a:r>
            <a:endParaRPr sz="2300">
              <a:solidFill>
                <a:srgbClr val="20124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ctrTitle" idx="4294967295"/>
          </p:nvPr>
        </p:nvSpPr>
        <p:spPr>
          <a:xfrm>
            <a:off x="2142900" y="512050"/>
            <a:ext cx="48582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 sz="4400">
              <a:solidFill>
                <a:srgbClr val="20124D"/>
              </a:solidFill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1094250" y="1555800"/>
            <a:ext cx="69555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arenR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Understand the importance of writing reproducible code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arenR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 able to design a well organized project structure with clear folder and file names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arenR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 able to write and document reusable code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ctrTitle" idx="4294967295"/>
          </p:nvPr>
        </p:nvSpPr>
        <p:spPr>
          <a:xfrm>
            <a:off x="1124850" y="491600"/>
            <a:ext cx="68943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Today’s Format</a:t>
            </a:r>
            <a:endParaRPr sz="4400">
              <a:solidFill>
                <a:srgbClr val="20124D"/>
              </a:solidFill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1424550" y="1350175"/>
            <a:ext cx="62949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arenR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Importance of code organization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Functions and function documentation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Organizing the project directory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Advanced workflow management (briefly)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arenR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Hands-on example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Fixing a workflow made with bad coding practice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ctrTitle" idx="4294967295"/>
          </p:nvPr>
        </p:nvSpPr>
        <p:spPr>
          <a:xfrm>
            <a:off x="1124850" y="491600"/>
            <a:ext cx="68943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Why is having clean code important?</a:t>
            </a:r>
            <a:endParaRPr sz="4400">
              <a:solidFill>
                <a:srgbClr val="20124D"/>
              </a:solidFill>
            </a:endParaRPr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450" y="1032800"/>
            <a:ext cx="3805900" cy="3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401225" y="1371875"/>
            <a:ext cx="48096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Reproducibility is the number one goal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Others should be able to run you analyses and get the same results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if you want to make changes to you analysis?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Clean, organized code allows for easier understanding and debugging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ctrTitle" idx="4294967295"/>
          </p:nvPr>
        </p:nvSpPr>
        <p:spPr>
          <a:xfrm>
            <a:off x="2142900" y="512050"/>
            <a:ext cx="48582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How can functions help you write cleaner code?</a:t>
            </a:r>
            <a:endParaRPr sz="4400">
              <a:solidFill>
                <a:srgbClr val="20124D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90025" y="1618850"/>
            <a:ext cx="60429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Functions promote modular design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Complex analysis broken into manageable steps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This makes debugging easier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Functions reduce code repetition and improve readability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Ideally, a function should only perform 1 task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I.e., generating a figure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6450" y="2120775"/>
            <a:ext cx="2353350" cy="23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ctrTitle" idx="4294967295"/>
          </p:nvPr>
        </p:nvSpPr>
        <p:spPr>
          <a:xfrm>
            <a:off x="1124850" y="491600"/>
            <a:ext cx="68943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The anatomy of a function</a:t>
            </a:r>
            <a:endParaRPr sz="4400">
              <a:solidFill>
                <a:srgbClr val="20124D"/>
              </a:solidFill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l="2326" r="4232"/>
          <a:stretch/>
        </p:blipFill>
        <p:spPr>
          <a:xfrm>
            <a:off x="242875" y="1079751"/>
            <a:ext cx="8651801" cy="3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394400" y="1114525"/>
            <a:ext cx="2677500" cy="128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557950" y="1114525"/>
            <a:ext cx="2677500" cy="1287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71725" y="2343300"/>
            <a:ext cx="3041100" cy="1287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171025" y="4548075"/>
            <a:ext cx="7003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Image source: https://swcarpentry.github.io/r-novice-inflammation/02-func-R.html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ctrTitle" idx="4294967295"/>
          </p:nvPr>
        </p:nvSpPr>
        <p:spPr>
          <a:xfrm>
            <a:off x="1708650" y="528575"/>
            <a:ext cx="57267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Roxygen2 style documentation</a:t>
            </a:r>
            <a:endParaRPr sz="4400">
              <a:solidFill>
                <a:srgbClr val="20124D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512525" y="1199225"/>
            <a:ext cx="5320800" cy="310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 Take two numeric inputs and 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 return their sum.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 </a:t>
            </a:r>
            <a:r>
              <a:rPr lang="en" sz="1900" b="1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@param</a:t>
            </a: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 x A numeric value.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 </a:t>
            </a:r>
            <a:r>
              <a:rPr lang="en" sz="1900" b="1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@param</a:t>
            </a: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 y A numeric value.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#' </a:t>
            </a:r>
            <a:r>
              <a:rPr lang="en" sz="1900" b="1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@return</a:t>
            </a: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 The sum of `x` and `y`.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add_numbers &lt;- function(x, y) {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 x + y</a:t>
            </a:r>
            <a:endParaRPr sz="1900">
              <a:solidFill>
                <a:srgbClr val="0A0A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A0A0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-314150" y="1227413"/>
            <a:ext cx="392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does the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function do?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-268425" y="2270950"/>
            <a:ext cx="39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are the inputs?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-268425" y="3006675"/>
            <a:ext cx="39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is the output?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9"/>
          <p:cNvCxnSpPr/>
          <p:nvPr/>
        </p:nvCxnSpPr>
        <p:spPr>
          <a:xfrm>
            <a:off x="2594850" y="1632300"/>
            <a:ext cx="87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9"/>
          <p:cNvCxnSpPr/>
          <p:nvPr/>
        </p:nvCxnSpPr>
        <p:spPr>
          <a:xfrm>
            <a:off x="2863075" y="2517250"/>
            <a:ext cx="5628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9"/>
          <p:cNvCxnSpPr/>
          <p:nvPr/>
        </p:nvCxnSpPr>
        <p:spPr>
          <a:xfrm>
            <a:off x="2863075" y="3249225"/>
            <a:ext cx="5628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5" name="Google Shape;185;p19"/>
          <p:cNvSpPr/>
          <p:nvPr/>
        </p:nvSpPr>
        <p:spPr>
          <a:xfrm>
            <a:off x="748650" y="1223550"/>
            <a:ext cx="2752200" cy="858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60425" y="2185475"/>
            <a:ext cx="2906400" cy="858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60425" y="3087250"/>
            <a:ext cx="2906400" cy="858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ctrTitle" idx="4294967295"/>
          </p:nvPr>
        </p:nvSpPr>
        <p:spPr>
          <a:xfrm>
            <a:off x="747600" y="484800"/>
            <a:ext cx="76488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How do you decide on a project folder structure?</a:t>
            </a:r>
            <a:endParaRPr sz="4400">
              <a:solidFill>
                <a:srgbClr val="20124D"/>
              </a:solidFill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14850" y="1148800"/>
            <a:ext cx="5198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Having an organized project structure makes it easier to understand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There is no ‘right’ answers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Specific structure may depend on the analysis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Some tools require certain structures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Modifying scripts to save output in an organized way can be helpful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350" y="1178400"/>
            <a:ext cx="2659760" cy="321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ctrTitle" idx="4294967295"/>
          </p:nvPr>
        </p:nvSpPr>
        <p:spPr>
          <a:xfrm>
            <a:off x="1124850" y="440425"/>
            <a:ext cx="68943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Advanced workflow management</a:t>
            </a:r>
            <a:endParaRPr sz="4400">
              <a:solidFill>
                <a:srgbClr val="20124D"/>
              </a:solidFill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825" y="1233900"/>
            <a:ext cx="3290576" cy="164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367225" y="972775"/>
            <a:ext cx="45849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Workflow managers like nextflow can help with: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Parallelization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Checkpointing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much more….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Containers like Docker or Apptainer ensure consistent environments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These technologies are helpful, but can be hard to learn!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4">
            <a:alphaModFix/>
          </a:blip>
          <a:srcRect l="6827" t="29641" r="6419" b="25117"/>
          <a:stretch/>
        </p:blipFill>
        <p:spPr>
          <a:xfrm>
            <a:off x="5244975" y="2960750"/>
            <a:ext cx="3443324" cy="11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>
            <a:spLocks noGrp="1"/>
          </p:cNvSpPr>
          <p:nvPr>
            <p:ph type="ctrTitle"/>
          </p:nvPr>
        </p:nvSpPr>
        <p:spPr>
          <a:xfrm>
            <a:off x="2001000" y="1847700"/>
            <a:ext cx="51420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2A2A2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Hands-On Example</a:t>
            </a:r>
            <a:endParaRPr sz="5200">
              <a:solidFill>
                <a:srgbClr val="20124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On-screen Show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Courier New</vt:lpstr>
      <vt:lpstr>Merriweather</vt:lpstr>
      <vt:lpstr>Calibri</vt:lpstr>
      <vt:lpstr>Arial</vt:lpstr>
      <vt:lpstr>Nunito</vt:lpstr>
      <vt:lpstr>Shift</vt:lpstr>
      <vt:lpstr>Code Organization and Reproducible Workflows</vt:lpstr>
      <vt:lpstr>Learning Objectives</vt:lpstr>
      <vt:lpstr>Today’s Format</vt:lpstr>
      <vt:lpstr>Why is having clean code important?</vt:lpstr>
      <vt:lpstr>How can functions help you write cleaner code?</vt:lpstr>
      <vt:lpstr>The anatomy of a function</vt:lpstr>
      <vt:lpstr>Roxygen2 style documentation</vt:lpstr>
      <vt:lpstr>How do you decide on a project folder structure?</vt:lpstr>
      <vt:lpstr>Advanced workflow management</vt:lpstr>
      <vt:lpstr>Hands-On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joshd898@student.ubc.ca</cp:lastModifiedBy>
  <cp:revision>1</cp:revision>
  <dcterms:modified xsi:type="dcterms:W3CDTF">2025-12-02T23:36:56Z</dcterms:modified>
</cp:coreProperties>
</file>